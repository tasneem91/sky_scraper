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0"/>
            <a:ext cx="73152" cy="514350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  // 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AMG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8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SKYSCRAPER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852928"/>
            <a:ext cx="118872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992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Multi-Website Data Collection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 ·  Real Estate  ·  Automated Intelligence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Tasnaim Hosen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994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v2.0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EDITION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495604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495604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640080" cy="457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platform that turns scattered web listings into clean, deduplicated, always-current datasets.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5029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0" y="457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8229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and real-estate data is scattered across dozens of sites, constantly changing, and full of duplicates.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202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scraper that collects, cleans, deduplicates, and stores listings in Google Sheets and a local DB.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3375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5488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engine supporting 7+ websites, scheduled weekly runs, and a web dashboard for non-technical users.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Platform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14173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Scraping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BeautifulSoup handle JavaScript-rendered and static listings alike.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600200"/>
            <a:ext cx="64008" cy="14173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1828800"/>
            <a:ext cx="502920" cy="502920"/>
          </a:xfrm>
          <a:prstGeom prst="ellipse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202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Pipeline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0440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download, URL normalization, and organized per-site storage.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60020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1600200"/>
            <a:ext cx="64008" cy="14173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field comparison prevents duplicates across repeated runs.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15468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154680"/>
            <a:ext cx="64008" cy="14173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747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355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Sync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5800" y="3950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Sheets API upload with formatted headers and append-only writes.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315468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91840" y="3154680"/>
            <a:ext cx="64008" cy="14173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520440" y="3383280"/>
            <a:ext cx="502920" cy="502920"/>
          </a:xfrm>
          <a:prstGeom prst="ellipse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47472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60520" y="3355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Scheduling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520440" y="3950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+ Windows Task Scheduler for fully hands-off operation.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315468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126480" y="3154680"/>
            <a:ext cx="64008" cy="14173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55080" y="3383280"/>
            <a:ext cx="502920" cy="502920"/>
          </a:xfrm>
          <a:prstGeom prst="ellipse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47472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95160" y="3355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Resilience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55080" y="3950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logs, retry logic, and specific error messages for each failure mode.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Pipeline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1572768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572768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opens the site, waits for JS, extracts listings.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5400000">
            <a:off x="2080260" y="2587752"/>
            <a:ext cx="100584" cy="201168"/>
          </a:xfrm>
          <a:prstGeom prst="rtTriangl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5416" y="1691640"/>
            <a:ext cx="1572768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5416" y="1691640"/>
            <a:ext cx="1572768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322576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22576" y="2788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fetched, normalized, stored locally per website.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762756" y="2587752"/>
            <a:ext cx="100584" cy="201168"/>
          </a:xfrm>
          <a:prstGeom prst="rtTriangl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1691640"/>
            <a:ext cx="1572768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1691640"/>
            <a:ext cx="1572768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005072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05072" y="2788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records compared against Sheet; duplicates dropped.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445252" y="2587752"/>
            <a:ext cx="100584" cy="201168"/>
          </a:xfrm>
          <a:prstGeom prst="rtTriangl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0408" y="1691640"/>
            <a:ext cx="1572768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1691640"/>
            <a:ext cx="1572768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687568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87568" y="2788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rows appended to Google Sheets via API v4.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rot="5400000">
            <a:off x="7127748" y="2587752"/>
            <a:ext cx="100584" cy="201168"/>
          </a:xfrm>
          <a:prstGeom prst="rtTriangl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2904" y="1691640"/>
            <a:ext cx="1572768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2904" y="1691640"/>
            <a:ext cx="1572768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370064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Repeat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70064" y="2788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logged; scheduler triggers the next weekly run.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from website to structured dataset — with zero manual re-entry.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Engineered on a Modern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965960" cy="30632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96596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42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45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508760"/>
            <a:ext cx="1965960" cy="30632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508760"/>
            <a:ext cx="196596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642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1645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88920" y="2286000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508760"/>
            <a:ext cx="1965960" cy="30632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1508760"/>
            <a:ext cx="196596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642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1645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/ API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37760" y="2286000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 v4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Service Acct.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1508760"/>
            <a:ext cx="1965960" cy="30632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508760"/>
            <a:ext cx="196596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6420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1645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86600" y="2286000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(planned)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Theme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Extract from Every Listing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3840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car-a19f42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from share-button[data-link]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Make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Kia Sportage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card + subtitle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17,000 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btn-contact-p button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Subtitle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225,000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features-a 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Aleppo / Damascus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features-a secondary 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+ Trans.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Gasoline · Automatic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features-b/c divs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data/images/syriacar/...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Downloaded locally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Scraped 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2026-04-22 18:34 UTC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by orchestrator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Platform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234440" y="2926080"/>
            <a:ext cx="411480" cy="27432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Supported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&amp; real estate vertical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60020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874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2+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3337560" y="2926080"/>
            <a:ext cx="411480" cy="27432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Engines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SyriaCar · Damazzle · extensible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74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5440680" y="2926080"/>
            <a:ext cx="411480" cy="27432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Listing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price, year, mileage, origin, 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600200"/>
            <a:ext cx="196596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874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5m</a:t>
            </a:r>
            <a:endParaRPr lang="en-US" sz="5600" dirty="0"/>
          </a:p>
        </p:txBody>
      </p:sp>
      <p:sp>
        <p:nvSpPr>
          <p:cNvPr id="22" name="Shape 20"/>
          <p:cNvSpPr/>
          <p:nvPr/>
        </p:nvSpPr>
        <p:spPr>
          <a:xfrm>
            <a:off x="7543800" y="2926080"/>
            <a:ext cx="411480" cy="27432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Run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scrape + dedupe + sync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based on current configuration and measured test runs on syriacar.net.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06040"/>
            <a:ext cx="7498080" cy="32004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523744"/>
            <a:ext cx="219456" cy="219456"/>
          </a:xfrm>
          <a:prstGeom prst="ellipse">
            <a:avLst/>
          </a:prstGeom>
          <a:solidFill>
            <a:srgbClr val="C41E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499616" cy="1371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26080"/>
            <a:ext cx="1499616" cy="457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175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329184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sessions, SQLite models, login.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54096" y="2523744"/>
            <a:ext cx="219456" cy="219456"/>
          </a:xfrm>
          <a:prstGeom prst="ellipse">
            <a:avLst/>
          </a:prstGeom>
          <a:solidFill>
            <a:srgbClr val="C41E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16002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4016" y="18745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14016" y="2926080"/>
            <a:ext cx="1499616" cy="1371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2926080"/>
            <a:ext cx="1499616" cy="457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30175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87168" y="329184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websites and users from the web UI.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2523744"/>
            <a:ext cx="219456" cy="219456"/>
          </a:xfrm>
          <a:prstGeom prst="ellipse">
            <a:avLst/>
          </a:prstGeom>
          <a:solidFill>
            <a:srgbClr val="D4AF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16002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18745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UI Redesign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05072" y="2926080"/>
            <a:ext cx="1499616" cy="1371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5072" y="2926080"/>
            <a:ext cx="1499616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30175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78224" y="329184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theme, cards, dashboard.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36208" y="2523744"/>
            <a:ext cx="219456" cy="219456"/>
          </a:xfrm>
          <a:prstGeom prst="ellipse">
            <a:avLst/>
          </a:prstGeom>
          <a:solidFill>
            <a:srgbClr val="D4AF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16002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96128" y="18745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Engine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2926080"/>
            <a:ext cx="1499616" cy="1371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96128" y="2926080"/>
            <a:ext cx="1499616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0175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29184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sites (cars + real estate) via base class.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27264" y="2523744"/>
            <a:ext cx="219456" cy="219456"/>
          </a:xfrm>
          <a:prstGeom prst="ellipse">
            <a:avLst/>
          </a:prstGeom>
          <a:solidFill>
            <a:srgbClr val="8A8A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16002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87184" y="18745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Charts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87184" y="2926080"/>
            <a:ext cx="1499616" cy="1371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7184" y="2926080"/>
            <a:ext cx="1499616" cy="457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30175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PLANNED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0336" y="329184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market trends, alerts.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114800" cy="301752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45720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240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scraper for SyriaCar and Damazzle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00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624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 with SQLite backend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5409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008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sync with deduplication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3814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92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price, mileage, and location parsing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2219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76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logs and retry logic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UP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846320" y="2057400"/>
            <a:ext cx="457200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846320" y="2286000"/>
            <a:ext cx="54864" cy="4114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029200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Analytics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02920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trends, listing velocity, market breakdowns.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846320" y="2834640"/>
            <a:ext cx="54864" cy="4114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029200" y="2816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Websites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2920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2 live sites to the full 7 in config.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846320" y="3383280"/>
            <a:ext cx="54864" cy="4114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029200" y="3364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Slack Alerts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2920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on new listings matching saved filters.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46320" y="3931920"/>
            <a:ext cx="54864" cy="4114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029200" y="3913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&amp; CAPTCHA Support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029200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current rate-limit constraints.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27432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758952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45720" cy="514350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spc="800" kern="0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YOU.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3886200" y="3337560"/>
            <a:ext cx="1371600" cy="36576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a new website to onboard?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Tasnaim Hosen  ·  tasnemhosen91@gmail.com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SKYSCRAPER  //  PROJECT PRESENTATION  // 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AMG Skyscraper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AMG Skyscraper</dc:title>
  <dc:subject>PptxGenJS Presentation</dc:subject>
  <dc:creator>Tasnaim Hosen</dc:creator>
  <cp:lastModifiedBy>Tasnaim Hosen</cp:lastModifiedBy>
  <cp:revision>1</cp:revision>
  <dcterms:created xsi:type="dcterms:W3CDTF">2026-04-24T11:19:33Z</dcterms:created>
  <dcterms:modified xsi:type="dcterms:W3CDTF">2026-04-24T11:19:33Z</dcterms:modified>
</cp:coreProperties>
</file>